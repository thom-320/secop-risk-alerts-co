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/Desktop/IA colombia/secop-risk-alerts-co/slides/html/export/fram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ContratIA Abierta interactive deck</dc:title>
  <dc:subject>Interactive HTML deck export</dc:subject>
  <dc:creator>Transparencia360 / ContratIA Abierta</dc:creator>
  <cp:lastModifiedBy>Transparencia360 / ContratIA Abierta</cp:lastModifiedBy>
  <cp:revision>1</cp:revision>
  <dcterms:created xsi:type="dcterms:W3CDTF">2026-05-27T05:50:21Z</dcterms:created>
  <dcterms:modified xsi:type="dcterms:W3CDTF">2026-05-27T05:50:21Z</dcterms:modified>
</cp:coreProperties>
</file>